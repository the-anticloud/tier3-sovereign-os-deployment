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P20 Hq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Domain: Theoretical Physics</a:t>
            </a:r>
          </a:p>
          <a:p>
            <a:r>
              <a:t>Model: PAX L5 Narrow L2 General 27B</a:t>
            </a:r>
          </a:p>
          <a:p>
            <a:r>
              <a:t>Author: Lois-Kleinner Alpasan | Company: Anticloud FZ LLE</a:t>
            </a:r>
          </a:p>
          <a:p>
            <a:r>
              <a:t>Run: PAX_27B HQ v54 | Tokens: 6068 | Time: 1060.4s | Chain: 7c2a10f275308257b95335f6839c1565159650e399175675822ed873083c14f7 | Genesis: 8b4a8a4f6312dfbe885de8280716985637c163fd2a4b5590341d56db1cc4e560</a:t>
            </a:r>
          </a:p>
          <a:p>
            <a:r>
              <a:t>2-point functions of infalling matter should exhibit specific phase shifts dependent on the black hole's mass and charge history.</a:t>
            </a:r>
          </a:p>
          <a:p>
            <a:r>
              <a:t>   Prediction: Gravitational wave echoes or specific modifications to the ringdown phase of binary black hole mergers could theoretically carry signatures of these soft hair interactions, though signal-to-noise ratios are currently prohibitive.</a:t>
            </a:r>
          </a:p>
          <a:p>
            <a:r>
              <a:t>3.  Holographic Dual Verification: In controlled AdS/CFT setups (e.g., SYK models or tensor networks), the entanglement entropy of the boundary theory must strictly obey the Page curve.</a:t>
            </a:r>
          </a:p>
          <a:p>
            <a:r>
              <a:t>   Prediction: Numerical simulations of holographic duals must show that the entanglement wedge reconstruction of the bulk interior becomes possible only after the Page time, confirming the non-local encoding of interior data.</a:t>
            </a:r>
          </a:p>
          <a:p>
            <a:r>
              <a:t>The "Island Formula" provides a mathematically rigorous resolution to the Information Paradox by demonstrating that the entanglement wedge of the radiation includes the black hole interior. This mechanism restores unitarity without requiring a breakdown of effective field theory at the horizon, thereby resolving the paradox through the geometry of the entanglement wedge itself.</a:t>
            </a:r>
          </a:p>
          <a:p>
            <a:r>
              <a:t>The Black Hole Information Paradox is resolved by the Island Formula, which dictates that the von Neumann entropy of Hawking radiation ($S_{rad}$) follows the Page Curve rather than growing monotonically. This mechanism posits that the entanglement wedge of the radiation region $R$ includes a spacetime region $I$ (the "Island") located behind the event horizon. Consequently, the interior degrees of freedom are non-locally encoded in the early radiation, preserving unitarity while maintaining the validity of the equivalence principle for infalling observers.</a:t>
            </a:r>
          </a:p>
          <a:p>
            <a:r>
              <a:t>Theorem 1: The Generalized Entropy Functional</a:t>
            </a:r>
          </a:p>
          <a:p>
            <a:r>
              <a:t>For a region $R$ in the asymptotic boundary of a gravitational system coupled to a non-gravitational bath, the fine-grained entropy $S(R)$ is determined by the extremization of the generalized entropy functional over all possible island regions $I$:</a:t>
            </a:r>
          </a:p>
          <a:p>
            <a:r>
              <a:t>$$ S(R) = \text{ext}_{\partial I} \left[ \frac{\text{Area}(\partial I)}{4G_N} + S_{bulk}(R \cup I) \right] $$</a:t>
            </a:r>
          </a:p>
          <a:p>
            <a:r>
              <a:t>Where $\partial I$ is the Quantum Extremal Surface (QES) bounding the island $I$, $G_N$ is Newton's constant, and $S_{bulk}$ is the bulk entanglement entropy of quantum fields on the union of the radiation and island regions.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